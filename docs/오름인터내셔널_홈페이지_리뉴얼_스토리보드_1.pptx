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2" d="100"/>
          <a:sy n="2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736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RENEWAL STORYBOARD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오름인터내셔널 홈페이지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리뉴얼 스토리보드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병행수입 유통사 → 루드빅·바이오스타 공식 파트너 브랜드로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노태영 이사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 전략기획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리브랜딩 전략 요약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병행수입 노출을 전면 중단하고, 공식 수입원 자격을 중심으로 신뢰를 재구축합니다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병행수입 유통사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프로쉬·에코버·스팟텍스 등 다수 브랜드 노출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"다양한 유럽 브랜드를 취급합니다" 메시지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다양성이 신뢰 요소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유통·판매 회사로서의 정체성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공식 파트너 · 브랜드 전문기업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28346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루드빅 · 바이오스타 단 2개 브랜드 집중 노출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"우리는 공식 파트너입니다" 메시지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독점 계약·공식 인증서가 신뢰 요소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브랜드 소싱 + 국내 마케팅 전문기업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오름인터내셔널 홈페이지 리뉴얼 스토리보드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사이트맵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B2C(신뢰 구축)와 B2B(파트너십 유치) 메시지를 페이지 단위로 분리합니다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0" y="16002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93776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54480" y="2240280"/>
            <a:ext cx="0" cy="8686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32735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회사소개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인사말 · 연혁 · 공식 수입원 인증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94760" y="2240280"/>
            <a:ext cx="0" cy="8686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88920" y="31089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880360" y="32735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3703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Ludwik · Biostar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0" cy="8686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29200" y="31089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120640" y="32735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사업영역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66360" y="3703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해외소싱 · 국내마케팅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2240280"/>
            <a:ext cx="0" cy="8686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269480" y="31089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60920" y="32735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파트너십 문의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06640" y="3703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브랜드사 대상 B2B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515600" y="2240280"/>
            <a:ext cx="0" cy="8686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509760" y="31089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601200" y="32735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46920" y="3703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문의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937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   </a:t>
            </a: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내비게이션 어디에도 "병행수입" 브랜드명을 노출하지 않는다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오름인터내셔널 홈페이지 리뉴얼 스토리보드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홈페이지 상단 구성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화면에서 "공식 파트너"라는 확신을 즉시 전달합니다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oreum_pptx/icon_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유럽 프리미엄 브랜드의 한국 공식 파트너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0876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루드빅 · 바이오스타 — 오름인터내셔널이 대한민국에 정식으로 소개합니다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508760" y="2788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50876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살펴보기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57600" y="2788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A3573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6576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문의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공식 파트너십 신뢰 섹션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44805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/home/claude/oreum_pptx/icon_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548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4709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"오름인터내셔널은 브랜드 본사와 직접 계약을 맺은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대한민국 공식 수입원입니다"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508760" y="5486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Ludwik      Biostar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035040" y="448056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64008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주의사항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00800" y="5029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브랜드 로고·제품 이미지는 이 섹션을 포함해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홈페이지 어디에도 노출하지 않습니다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오름인터내셔널 홈페이지 리뉴얼 스토리보드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 스토리 섹션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루드빅과 바이오스타는 항상 세트로, 지그재그 레이아웃으로 배치합니다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oreum_pptx/icon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Ludwik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폴란드 · 주방/세탁 세제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기원과 철학, 대표 제품 라인업을 소개하고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"자세히 보기"로 브랜드 상세 페이지 연결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237744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home/claude/oreum_pptx/icon_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517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Biostar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84632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천연 원료 기반 · 알로에 라인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41148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차별화된 원료와 카테고리를 소개하고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"자세히 보기"로 브랜드 상세 페이지 연결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549640" y="1600200"/>
            <a:ext cx="3063240" cy="4983480"/>
          </a:xfrm>
          <a:prstGeom prst="roundRect">
            <a:avLst>
              <a:gd name="adj" fmla="val 2388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882396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구성 요소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823960" y="228600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로고 + 헤리티지 스토리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제품 카테고리 소개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"공식 수입원 인증" 배지 재노출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판매 채널(쿠팡·네이버) 링크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오름인터내셔널 홈페이지 리뉴얼 스토리보드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사업영역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"유통사"가 아닌 "브랜드를 키우는 전문 파트너"라는 정체성을 전달합니다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851660" y="20116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oreum_pptx/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226771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63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해외 브랜드 소싱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유럽 우수 브랜드 발굴 및</a:t>
            </a:r>
            <a:endParaRPr lang="en-US" sz="12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독점 계약 체결 역량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600700" y="20116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home/claude/oreum_pptx/icon_bullho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2267712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3063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8056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국내 마케팅 · 브랜드 빌딩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72000" y="40690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상세페이지, 콘텐츠, 광고 등</a:t>
            </a:r>
            <a:endParaRPr lang="en-US" sz="12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현지화 마케팅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9349740" y="20116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/home/claude/oreum_pptx/icon_st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908" y="2267712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3063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22960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온라인 유통 채널 운영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21040" y="40690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쿠팡·네이버·삼성복지몰 등</a:t>
            </a:r>
            <a:endParaRPr lang="en-US" sz="12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이커머스 채널 직접 운영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오름인터내셔널 홈페이지 리뉴얼 스토리보드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파트너십 유치 섹션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브랜드사가 한국 진출 파트너로 오름인터내셔널을 검토하도록 유도합니다 (신규 강조 섹션)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oreum_pptx/icon_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한국 시장 진출을 준비 중이신가요?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오름인터내셔널은 브랜드 소싱부터 국내 마케팅, 이커머스 채널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입점까지 원스톱으로 지원합니다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35661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6868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문의하기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5720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8680" y="4572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발굴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920240" y="4572000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057400" y="45720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2057400" y="4572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108960" y="4572000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46120" y="45720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246120" y="4572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현지화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297680" y="4572000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434840" y="45720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434840" y="4572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입점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86400" y="4572000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23560" y="45720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623560" y="4572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1600200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5895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문의 폼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5895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브랜드명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89520" y="2606040"/>
            <a:ext cx="3749040" cy="18288"/>
          </a:xfrm>
          <a:prstGeom prst="rect">
            <a:avLst/>
          </a:prstGeom>
          <a:solidFill>
            <a:srgbClr val="D6DA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75895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589520" y="3291840"/>
            <a:ext cx="3749040" cy="18288"/>
          </a:xfrm>
          <a:prstGeom prst="rect">
            <a:avLst/>
          </a:prstGeom>
          <a:solidFill>
            <a:srgbClr val="D6DA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75895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589520" y="3977640"/>
            <a:ext cx="3749040" cy="18288"/>
          </a:xfrm>
          <a:prstGeom prst="rect">
            <a:avLst/>
          </a:prstGeom>
          <a:solidFill>
            <a:srgbClr val="D6DA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5895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연락처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89520" y="4663440"/>
            <a:ext cx="3749040" cy="18288"/>
          </a:xfrm>
          <a:prstGeom prst="rect">
            <a:avLst/>
          </a:prstGeom>
          <a:solidFill>
            <a:srgbClr val="D6DA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758952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589520" y="5349240"/>
            <a:ext cx="3749040" cy="18288"/>
          </a:xfrm>
          <a:prstGeom prst="rect">
            <a:avLst/>
          </a:prstGeom>
          <a:solidFill>
            <a:srgbClr val="D6DA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오름인터내셔널 홈페이지 리뉴얼 스토리보드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카피 톤 &amp; 메시지 원칙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페이지에 일관되게 적용되는 5가지 원칙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822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4206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"병행수입" 단어 전면 금지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1600200"/>
            <a:ext cx="5212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홈페이지 어디에도 사용하지 않는다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822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2441448"/>
            <a:ext cx="4206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 강화 단어 사용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2441448"/>
            <a:ext cx="5212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"공식 수입원", "공식 파트너", "독점 계약"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3282696"/>
            <a:ext cx="822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3282696"/>
            <a:ext cx="4206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루드빅·바이오스타 세트 언급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282696"/>
            <a:ext cx="5212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브랜드와 섞이지 않도록 항상 함께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23944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4123944"/>
            <a:ext cx="822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4123944"/>
            <a:ext cx="4206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"파트너/에이전시" 정체성 통일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4123944"/>
            <a:ext cx="5212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유통업체가 아닌 브랜드 파트너로 표현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65192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22960" y="4965192"/>
            <a:ext cx="822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828800" y="4965192"/>
            <a:ext cx="4206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/ B2B 메시지 섹션 분리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4965192"/>
            <a:ext cx="5212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상단은 소비자 신뢰, 하단은 브랜드사 유치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오름인터내셔널 홈페이지 리뉴얼 스토리보드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eum_pptx/icon_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 </a:t>
            </a: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노태영 이사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1737360"/>
            <a:ext cx="10241280" cy="822960"/>
          </a:xfrm>
          <a:prstGeom prst="roundRect">
            <a:avLst>
              <a:gd name="adj" fmla="val 6667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645920" y="17373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루드빅 · 바이오스타 공식 수입원 계약서 · 인증서 이미지 소재 확보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71600" y="2788920"/>
            <a:ext cx="10241280" cy="822960"/>
          </a:xfrm>
          <a:prstGeom prst="roundRect">
            <a:avLst>
              <a:gd name="adj" fmla="val 6667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6459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홈페이지 내 병행수입 브랜드 관련 텍스트 · 이미지 · 메타데이터 전수 조사 및 삭제 리스트업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371600" y="3840480"/>
            <a:ext cx="10241280" cy="822960"/>
          </a:xfrm>
          <a:prstGeom prst="roundRect">
            <a:avLst>
              <a:gd name="adj" fmla="val 6667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1645920" y="38404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회사소개서(영문 Dopper 덱 톤) 국문 버전 제작 → 파트너십 페이지 다운로드용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400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371600" y="4892040"/>
            <a:ext cx="10241280" cy="822960"/>
          </a:xfrm>
          <a:prstGeom prst="roundRect">
            <a:avLst>
              <a:gd name="adj" fmla="val 6667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1645920" y="4892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와이어프레임 · 목업 제작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오름인터내셔널 홈페이지 리뉴얼 스토리보드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Office PowerPoint</Application>
  <PresentationFormat>와이드스크린</PresentationFormat>
  <Paragraphs>149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종화 김</cp:lastModifiedBy>
  <cp:revision>1</cp:revision>
  <dcterms:created xsi:type="dcterms:W3CDTF">2026-08-10T02:02:26Z</dcterms:created>
  <dcterms:modified xsi:type="dcterms:W3CDTF">2026-08-10T02:05:07Z</dcterms:modified>
</cp:coreProperties>
</file>